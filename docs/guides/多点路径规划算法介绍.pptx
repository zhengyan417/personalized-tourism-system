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多点路径规划算法介绍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旅游推荐系统 · 地图自由标点 · 动态多权值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总体思路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根据标点数量选择不同算法处理路径规划。</a:t>
            </a:r>
          </a:p>
          <a:p>
            <a:r>
              <a:t>• 小规模节点（≤12 个）采用状态压缩搜索最优路线。</a:t>
            </a:r>
          </a:p>
          <a:p>
            <a:r>
              <a:t>• 大规模节点采用近似与启发式算法获取次优解。</a:t>
            </a:r>
          </a:p>
          <a:p>
            <a:r>
              <a:t>• 路径权值为多维度综合指标，并可动态调整。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小规模节点（≤12 个）：状态压缩搜索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使用 TSP 经典状压 DP（O(n²·2ⁿ)）。</a:t>
            </a:r>
          </a:p>
          <a:p>
            <a:r>
              <a:t>• 枚举所有子集并记录最优到达成本。</a:t>
            </a:r>
          </a:p>
          <a:p>
            <a:r>
              <a:t>• 保证全局最优路径，适用于自由标点的少点规划。</a:t>
            </a:r>
          </a:p>
          <a:p>
            <a:r>
              <a:t>• 可加入多权值：将距离、拥堵、景色、天气等统一为综合成本。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大规模节点：近似与启发式算法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使用贪心、局部搜索、遗传算法等获得高质量解。</a:t>
            </a:r>
          </a:p>
          <a:p>
            <a:r>
              <a:t>• 常用方案：</a:t>
            </a:r>
          </a:p>
          <a:p>
            <a:r>
              <a:t>  – 最近邻 + 2-opt/3-opt 局部优化</a:t>
            </a:r>
          </a:p>
          <a:p>
            <a:r>
              <a:t>  – 遗传算法（GA）求全局近似最优</a:t>
            </a:r>
          </a:p>
          <a:p>
            <a:r>
              <a:t>  – 模拟退火（SA）、禁忌搜索（TS）</a:t>
            </a:r>
          </a:p>
          <a:p>
            <a:r>
              <a:t>• 适用于景点较多的旅游规划问题。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路径权值设计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综合权值覆盖：</a:t>
            </a:r>
          </a:p>
          <a:p>
            <a:r>
              <a:t>• 距离（基本成本）</a:t>
            </a:r>
          </a:p>
          <a:p>
            <a:r>
              <a:t>• 拥堵程度（实时交通）</a:t>
            </a:r>
          </a:p>
          <a:p>
            <a:r>
              <a:t>• 景色优美程度（众包评分/模型预测）</a:t>
            </a:r>
          </a:p>
          <a:p>
            <a:r>
              <a:t>• 道路易通行性（天气、坡度、道路类型）</a:t>
            </a:r>
          </a:p>
          <a:p>
            <a:r>
              <a:t>• 支持的出行方式（步行/骑行/自驾等）</a:t>
            </a:r>
          </a:p>
          <a:p>
            <a:r>
              <a:t>权值以线性或非线性方式融合为统一评分函数。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动态调整机制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根据用户反馈实时调整路线评分权重。</a:t>
            </a:r>
          </a:p>
          <a:p>
            <a:r>
              <a:t>• 结合交通、天气等外部数据动态更新权值。</a:t>
            </a:r>
          </a:p>
          <a:p>
            <a:r>
              <a:t>• 可使用学习模型预测下一时段拥堵或通行情况。</a:t>
            </a:r>
          </a:p>
          <a:p>
            <a:r>
              <a:t>• 规划算法实时响应权值变化，保证路线质量。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小规模节点确保最优，大规模节点获取次优高质量解。</a:t>
            </a:r>
          </a:p>
          <a:p>
            <a:r>
              <a:t>• 多维权值使路线更贴合真实出行场景。</a:t>
            </a:r>
          </a:p>
          <a:p>
            <a:r>
              <a:t>• 权值可动态更新，实现智能化、个性化路径推荐。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